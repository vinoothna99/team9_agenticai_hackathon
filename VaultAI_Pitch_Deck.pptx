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0B981"/>
                </a:solidFill>
              </a:rPr>
              <a:t>VaultAI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The Zero-Knowledge Wealth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94A3B8"/>
                </a:solidFill>
              </a:rPr>
              <a:t>A local-first AI agent that manages your taxes, budget &amp; 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Team 9  ·  Agentic AI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Confidential — Judge Review Copy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🔒  The Trust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People want AI to manage their money — but fear uploading raw
bank statements to the cloud. One breach and your financial life is exposed.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47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🐟  Goldfish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AI financial bots forget you the moment you close the tab.
Real planning needs 365 days of context — remembering you had a
baby in February to claim a tax credit in April.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1124712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5487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📊  Fragmented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6635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Tax software, budgeting apps, and investment platforms don't
talk to each other. You're the integration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</a:rPr>
              <a:t>A Family Office in your pocket — running entirely on your local machine.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749039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0B981"/>
                </a:solidFill>
              </a:rPr>
              <a:t>🛡️  Sanitizes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Strips PII before the AI sees anything.
Account numbers, emails &amp; phone numbers become
ACCT_001, EMAIL_001 — locally, instantly.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749039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0B981"/>
                </a:solidFill>
              </a:rPr>
              <a:t>🧠  Builds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3172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Extracts life events from casual chat and persists
them to a local vault. 365 days of context,
never touching the cloud.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749039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0B981"/>
                </a:solidFill>
              </a:rPr>
              <a:t>⚡  Executes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Runs deterministic cash-flow forecasting, searches
live tax codes via Tavily, and recommends
exact financial actions with 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183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097280"/>
            <a:ext cx="6400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Layer 1: PII Masker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LOCAL — no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7451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03120"/>
            <a:ext cx="94183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103120"/>
            <a:ext cx="64008" cy="7772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1488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E7B7"/>
                </a:solidFill>
              </a:rPr>
              <a:t>Layer 2: Memory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14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LOCAL — SQLite + ChromaDB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8803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108960"/>
            <a:ext cx="94183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3108960"/>
            <a:ext cx="64008" cy="777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</a:rPr>
              <a:t>Layer 3: LLM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20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CLOUD — masked data only reaches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8862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114800"/>
            <a:ext cx="94183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4114800"/>
            <a:ext cx="64008" cy="7772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EE7B7"/>
                </a:solidFill>
              </a:rPr>
              <a:t>Layer 4: Tool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5262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LOCAL — forecaster, memory writer (Tavily = exception)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8920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120640"/>
            <a:ext cx="94183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5120640"/>
            <a:ext cx="6400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Layer 5: De-mask &amp;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532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LOCAL — UIDs swapped back before user sees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Privacy guarantee: raw financial data is physically incapable of leaving the machine — Docker enforces this at the network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Python 3.11 +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963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Anthropic Claude Haiku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95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Tavily API (web 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2277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Pandas (forecaster)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36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Docker + 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SQLite (life events,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4963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conversation history)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095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ChromaDB (vector store)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92277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sentence-transformers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636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all-MiniLM-L6-v2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0972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React 19 + Vite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963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Tailwind CSS 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095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React Router v7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2277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3 screens: Chat,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636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Upload CSV, Dashboard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1097280"/>
            <a:ext cx="27432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0972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Regex PII masker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4963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(ACCT, EMAIL, PHONE,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2095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  SSN patterns)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92277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UID lookup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636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De-mask on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0B981"/>
                </a:solidFill>
              </a:rPr>
              <a:t>Demo: "The Time-Travel Scenario"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January  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Upload CSV  →  VaultAI masks PII locally  →  Agent notices heavy tech-gear
spending and asks: "Are you a freelancer? We can write this off."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64008" cy="1463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</a:rPr>
              <a:t>July  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"I just had a baby girl!"  →  Agent silently writes
{life_event: new_child, date: 2026-07} to the local memory vault.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64008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Tax Season  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"Prepare my taxes."  →  VaultAI retrieves the July memory, surfaces the
$2,000 Child Tax Credit, finds $5k surplus, confirms T-Bills at 5% yield.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4-Day Build — All Done 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FastAPI backend · Docker · /chat endpoint · /health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11247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Tavily web search · Cash-flow forecaster · Claude tool-use loop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11247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SQLite + ChromaDB memory · Life events · Conversation history · Semantic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112471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React frontend · CSV upload · PII masker · De-masking · Docker compose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0B981"/>
                </a:solidFill>
              </a:rPr>
              <a:t>Privacy — Not a Policy, a Guarantee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🔒  Raw data never leaves your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The PII masker has no network access. Docker enforces isolation at the
network layer — it is physically impossible for raw data to reach the cloud.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112471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6400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420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🔑  Stable UID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"john.doe@gmail.com" always becomes EMAIL_001 within a session.
The lookup table lives only in RAM — cleared when the server restarts.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12471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6400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136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👁️  What Claude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Only masked CSV text + your typed messages. No names, account numbers,
phone numbers, SSNs, or email addresses ever reach the Anthropic API.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12080"/>
            <a:ext cx="112471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6400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85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↩️  De-masking on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After Claude responds, UIDs are swapped back before you see the answer —
so you read normal text, not robot codes.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Roadmap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→  Multi-device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16152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Encrypted cloud backup — server holds blobs it cannot read (client-side encryption).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→  Multi-user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267712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Swap SQLite → PostgreSQL (one-line SQLAlchemy config). Add auth layer.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112471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→  Better PII masking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319272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Replace regex with spaCy NLP model for name/entity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79"/>
            <a:ext cx="112471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→  Zero-knowledge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370831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PII masker runs in sandboxed container — only masked context reaches any server.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49240"/>
            <a:ext cx="112471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22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→  Task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422392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Agent moves from advice → action: tax filing, investment allocation (regulatory review needed).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BBF24"/>
                </a:solidFill>
              </a:rPr>
              <a:t>The local-first architecture is our regulatory moat — we cannot comply with a data request for data we do not hold.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0B98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</a:rPr>
              <a:t>VaultAI — local-first · zero-knowledge · always on your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Team 9  ·  Agentic AI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github.com/Vinoothna99/Team9_AgenticAI_Hackathon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